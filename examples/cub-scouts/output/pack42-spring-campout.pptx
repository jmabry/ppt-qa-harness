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42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Campout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Powhatan Campground, Bent Creek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18-20, 2026  |  Bears, Wolves &amp; Tigers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0" y="3474720"/>
            <a:ext cx="1645920" cy="365760"/>
          </a:xfrm>
          <a:prstGeom prst="ellipse">
            <a:avLst/>
          </a:prstGeom>
          <a:solidFill>
            <a:srgbClr val="3A2A1A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2743200"/>
            <a:ext cx="914400" cy="914400"/>
          </a:xfrm>
          <a:prstGeom prst="ellipse">
            <a:avLst/>
          </a:prstGeom>
          <a:solidFill>
            <a:srgbClr val="E87D2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2880360"/>
            <a:ext cx="640080" cy="640080"/>
          </a:xfrm>
          <a:prstGeom prst="ellipse">
            <a:avLst/>
          </a:prstGeom>
          <a:solidFill>
            <a:srgbClr val="F2C14E">
              <a:alpha val="7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Weekend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42 Campout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E87D2F"/>
          </a:solidFill>
          <a:ln w="12700">
            <a:solidFill>
              <a:srgbClr val="E87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AT A GLANCE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 5:00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Arrival &amp; campsite setup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families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Friday 7:00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Campfire &amp; s'mores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8:00 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Breakfast (provided by Pack)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scouts + siblings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9:30 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hike — waterfall loop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12:00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&amp; free swim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families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2:00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 skills stations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Bears, Wolves, Tigers separately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5:30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Dutch oven cookoff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 (scouts help)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7:30 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Campfire program &amp; skits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 8:00 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Breakfast &amp; pack-down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families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 10:00 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Awards &amp; depart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 Hike — Waterfall Loop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42 Campout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E87D2F"/>
          </a:solidFill>
          <a:ln w="12700">
            <a:solidFill>
              <a:srgbClr val="E87D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6928"/>
            <a:ext cx="1371600" cy="23774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66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9:30 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566928"/>
            <a:ext cx="1371600" cy="237744"/>
          </a:xfrm>
          <a:prstGeom prst="rect">
            <a:avLst/>
          </a:prstGeom>
          <a:solidFill>
            <a:srgbClr val="3D7A54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566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Creek Trail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566928"/>
            <a:ext cx="1714500" cy="237744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566928"/>
            <a:ext cx="1714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Mr. Rodriguez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9326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115568"/>
            <a:ext cx="397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1887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2.5-mile loop through the forest to a 30-foot waterfall. Mostly flat with one short climb. We'll stop for nature identification along the way — bring your adventure journals!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397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9112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5 native trees using field guides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crossing practice (shallow, supervised)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observation and sketch time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No Trace principles review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marker navigation exercise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9326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115568"/>
            <a:ext cx="3977640" cy="0"/>
          </a:xfrm>
          <a:prstGeom prst="line">
            <a:avLst/>
          </a:prstGeom>
          <a:noFill/>
          <a:ln w="952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887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Sturdy closed-toe shoes (no sandals!)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bottle — at least 16 oz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journal and pencil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jacket (check forecast)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for the trail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6517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3977640" cy="0"/>
          </a:xfrm>
          <a:prstGeom prst="line">
            <a:avLst/>
          </a:prstGeom>
          <a:noFill/>
          <a:ln w="9525">
            <a:solidFill>
              <a:srgbClr val="CC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0779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system at all times — no solo wandering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marked trail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leader before leaving the group for any reason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Outdoor Skills Stations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42 Campout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E87D2F"/>
          </a:solidFill>
          <a:ln w="12700">
            <a:solidFill>
              <a:srgbClr val="E87D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6928"/>
            <a:ext cx="1371600" cy="23774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66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2:00 PM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566928"/>
            <a:ext cx="1303020" cy="237744"/>
          </a:xfrm>
          <a:prstGeom prst="rect">
            <a:avLst/>
          </a:prstGeom>
          <a:solidFill>
            <a:srgbClr val="3D7A54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566928"/>
            <a:ext cx="130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Campsite meadow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14700" y="566928"/>
            <a:ext cx="1577340" cy="237744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12" name="Text 10"/>
          <p:cNvSpPr/>
          <p:nvPr/>
        </p:nvSpPr>
        <p:spPr>
          <a:xfrm>
            <a:off x="3314700" y="566928"/>
            <a:ext cx="15773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Den leaders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9326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115568"/>
            <a:ext cx="397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1887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rotating stations, 30 minutes each. Scouts rotate by den. Each station teaches a core outdoor skill that builds toward their next rank advancement.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397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9112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1: Knot tying — bowline, clove hitch, square knot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2: Fire safety — match lighting, fire lay building (supervised demo)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3: Compass navigation — follow bearings to find hidden markers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challenge: combine all three skills in a relay race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9326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115568"/>
            <a:ext cx="3977640" cy="0"/>
          </a:xfrm>
          <a:prstGeom prst="line">
            <a:avLst/>
          </a:prstGeom>
          <a:noFill/>
          <a:ln w="952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887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handbook (knot reference pages)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 (loaners available)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bottle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Sunscreen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6517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3977640" cy="0"/>
          </a:xfrm>
          <a:prstGeom prst="line">
            <a:avLst/>
          </a:prstGeom>
          <a:noFill/>
          <a:ln w="9525">
            <a:solidFill>
              <a:srgbClr val="CC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0779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station is demonstration only — adults handle matches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Knives stay closed unless a leader gives permission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breaks every 15 minutes — it's hot out there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Dutch Oven Cookoff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42 Campout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E87D2F"/>
          </a:solidFill>
          <a:ln w="12700">
            <a:solidFill>
              <a:srgbClr val="E87D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566928"/>
            <a:ext cx="1371600" cy="23774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669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5:30 PM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566928"/>
            <a:ext cx="1303020" cy="237744"/>
          </a:xfrm>
          <a:prstGeom prst="rect">
            <a:avLst/>
          </a:prstGeom>
          <a:solidFill>
            <a:srgbClr val="3D7A54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566928"/>
            <a:ext cx="130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fire ring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14700" y="566928"/>
            <a:ext cx="2194560" cy="237744"/>
          </a:xfrm>
          <a:prstGeom prst="rect">
            <a:avLst/>
          </a:prstGeom>
          <a:solidFill>
            <a:srgbClr val="E87D2F"/>
          </a:solidFill>
          <a:ln/>
        </p:spPr>
      </p:sp>
      <p:sp>
        <p:nvSpPr>
          <p:cNvPr id="12" name="Text 10"/>
          <p:cNvSpPr/>
          <p:nvPr/>
        </p:nvSpPr>
        <p:spPr>
          <a:xfrm>
            <a:off x="3314700" y="566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Mr. Chen &amp; Ms. Patel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9326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DOING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115568"/>
            <a:ext cx="397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1887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2-3 families cook a main dish or dessert in Dutch ovens. Scouts help with prep and stirring. Judging categories: taste, creativity, and teamwork. Everyone eats everything!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7830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397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9112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draw recipe themes from a hat (comfort food, international, dessert)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to plan and prep ingredients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time: 45 minutes over coals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Scouts present their dish to the judges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Awards: Golden Spatula, Most Creative, Best Teamwork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93268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115568"/>
            <a:ext cx="3977640" cy="0"/>
          </a:xfrm>
          <a:prstGeom prst="line">
            <a:avLst/>
          </a:prstGeom>
          <a:noFill/>
          <a:ln w="9525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887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oven (12-inch recommended) — or borrow one from the pack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 briquettes (20 count per team)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for your recipe (coordinate with your team!)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Heat-resistant gloves and lid lifter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utensils and plates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65176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3977640" cy="0"/>
          </a:xfrm>
          <a:prstGeom prst="line">
            <a:avLst/>
          </a:prstGeom>
          <a:noFill/>
          <a:ln w="9525">
            <a:solidFill>
              <a:srgbClr val="CC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0779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coals and Dutch ovens — scouts help with prep, adults handle the fire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bucket of water near each cooking station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check: ask about nut and dairy allergies before sharing food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Packing Checklist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42 Campout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E87D2F"/>
          </a:solidFill>
          <a:ln w="12700">
            <a:solidFill>
              <a:srgbClr val="E87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262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2621280" cy="0"/>
          </a:xfrm>
          <a:prstGeom prst="line">
            <a:avLst/>
          </a:prstGeom>
          <a:noFill/>
          <a:ln w="9525">
            <a:solidFill>
              <a:srgbClr val="F2C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262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 (or share — coordinate!)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bag (rated to 40F)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pad or air mattress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blanket (nights get cold)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61360" y="566928"/>
            <a:ext cx="262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1360" y="749808"/>
            <a:ext cx="2621280" cy="0"/>
          </a:xfrm>
          <a:prstGeom prst="line">
            <a:avLst/>
          </a:prstGeom>
          <a:noFill/>
          <a:ln w="9525">
            <a:solidFill>
              <a:srgbClr val="F2C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1360" y="822960"/>
            <a:ext cx="262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Layers! Warm days, cool nights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jacket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Sturdy shoes + camp shoes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and sunglasses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socks (always extra socks)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65520" y="566928"/>
            <a:ext cx="262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7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65520" y="749808"/>
            <a:ext cx="2621280" cy="0"/>
          </a:xfrm>
          <a:prstGeom prst="line">
            <a:avLst/>
          </a:prstGeom>
          <a:noFill/>
          <a:ln w="9525">
            <a:solidFill>
              <a:srgbClr val="F2C1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5520" y="822960"/>
            <a:ext cx="2621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bottle (labeled with name)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Flashlight/headlamp + batteries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Sunscreen and bug spray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chair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attitude (required)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&amp; Contacts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040880" y="1097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42 Campout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73152" cy="251460"/>
          </a:xfrm>
          <a:prstGeom prst="rect">
            <a:avLst/>
          </a:prstGeom>
          <a:solidFill>
            <a:srgbClr val="E87D2F"/>
          </a:solidFill>
          <a:ln w="12700">
            <a:solidFill>
              <a:srgbClr val="E87D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669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749808"/>
            <a:ext cx="397764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2296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Powhatan Campground, 375 Wesley Branch Rd, Asheville NC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sites C3-C5 reserved under "Pack 42"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opens at 4:00 PM Friday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coordinates: 35.4735 N, 82.6320 W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service is weak — download offline maps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5669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3977640" cy="0"/>
          </a:xfrm>
          <a:prstGeom prst="line">
            <a:avLst/>
          </a:prstGeom>
          <a:noFill/>
          <a:ln w="9525">
            <a:solidFill>
              <a:srgbClr val="CC33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822960"/>
          <a:ext cx="3977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Cubmaster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Jake Mabry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(828) 555-0142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Asst. Cubmaster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 Rodriguez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(828) 555-0198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Sarah Chen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(828) 555-0167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Campground Office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(828) 670-5627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 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Hospital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 drive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Campfire!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C1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Your Best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by April 11  |  pack42campout@gmail.com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42 Spring Campout — Lake Powhatan</dc:title>
  <dc:subject>PptxGenJS Presentation</dc:subject>
  <dc:creator>PptxGenJS</dc:creator>
  <cp:lastModifiedBy>PptxGenJS</cp:lastModifiedBy>
  <cp:revision>1</cp:revision>
  <dcterms:created xsi:type="dcterms:W3CDTF">2026-03-30T15:26:32Z</dcterms:created>
  <dcterms:modified xsi:type="dcterms:W3CDTF">2026-03-30T15:26:32Z</dcterms:modified>
</cp:coreProperties>
</file>