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A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Saturday Morning</a:t>
            </a:r>
            <a:endParaRPr lang="en-US" sz="4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Cooking Class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2D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Brunch Edition — Five Recipes to Master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017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Kitchen  |  10:00 AM - 1:00 PM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Menu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0" y="128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Brunch Edition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19050">
            <a:solidFill>
              <a:srgbClr val="F2D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6692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DISHES, THREE HOURS, ONE DELICIOUS BRUNCH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49808"/>
            <a:ext cx="822960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822960"/>
            <a:ext cx="26700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822960"/>
            <a:ext cx="2670048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9326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Shakshuka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6928" y="11887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Eggs poached in spiced tomato sauce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150876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 |  25 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36976" y="822960"/>
            <a:ext cx="26700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36976" y="822960"/>
            <a:ext cx="2670048" cy="45720"/>
          </a:xfrm>
          <a:prstGeom prst="rect">
            <a:avLst/>
          </a:prstGeom>
          <a:solidFill>
            <a:srgbClr val="D4763C"/>
          </a:solidFill>
          <a:ln w="12700">
            <a:solidFill>
              <a:srgbClr val="D476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46704" y="9326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Buttermilk Biscuits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46704" y="11887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Flaky, buttery, and still warm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6704" y="150876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|  35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16752" y="822960"/>
            <a:ext cx="26700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16752" y="822960"/>
            <a:ext cx="2670048" cy="457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932688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Eggs Benedict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1188720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Poached eggs and foolproof hollandaise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0" y="1508760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 |  40 min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1938528"/>
            <a:ext cx="26700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1938528"/>
            <a:ext cx="2670048" cy="4572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2048256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Lemon Ricotta Pancakes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" y="23042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Light, fluffy, and bright with citrus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66928" y="262432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 |  20 min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36976" y="1938528"/>
            <a:ext cx="2670048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36976" y="1938528"/>
            <a:ext cx="2670048" cy="4572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46704" y="2048256"/>
            <a:ext cx="24505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Smoked Salmon Board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46704" y="2304288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Assembly, presentation, and garnish art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46704" y="2624328"/>
            <a:ext cx="2450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 |  15 min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Shakshuka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0" y="128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Brunch Edition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19050">
            <a:solidFill>
              <a:srgbClr val="F2D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786384" cy="21945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66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16736" y="566928"/>
            <a:ext cx="658368" cy="219456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9" name="Text 7"/>
          <p:cNvSpPr/>
          <p:nvPr/>
        </p:nvSpPr>
        <p:spPr>
          <a:xfrm>
            <a:off x="1316736" y="5669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48256" y="566928"/>
            <a:ext cx="786384" cy="21945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566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African comfort food — eggs gently poached in a cumin-spiced tomato sauce. Serve straight from the skillet with crusty bread.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481328"/>
            <a:ext cx="397764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54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olive oil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onion, diced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red bell pepper, diced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cloves garlic, minced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tsp cumin, 1 tsp paprika, pinch cayenne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can (28 oz) crushed tomatoes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large eggs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cilantro and crumbled feta for topping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Crusty bread for serving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98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481328"/>
            <a:ext cx="397764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54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Heat olive oil in a 12-inch skillet over medium heat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Cook onion and pepper until soft, about 5 minutes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Add garlic and spices, stir 30 seconds until fragrant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Pour in tomatoes, simmer 10 minutes until thickened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Make 6 wells, crack an egg into each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Cover and cook 5-7 min until whites set, yolks runny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Top with cilantro and feta, serve immediately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25112"/>
            <a:ext cx="8229600" cy="411480"/>
          </a:xfrm>
          <a:prstGeom prst="rect">
            <a:avLst/>
          </a:prstGeom>
          <a:solidFill>
            <a:srgbClr val="FFF5E6"/>
          </a:solidFill>
          <a:ln w="12700">
            <a:solidFill>
              <a:srgbClr val="F2D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25112"/>
            <a:ext cx="54864" cy="411480"/>
          </a:xfrm>
          <a:prstGeom prst="rect">
            <a:avLst/>
          </a:prstGeom>
          <a:solidFill>
            <a:srgbClr val="D4763C"/>
          </a:solidFill>
          <a:ln w="12700">
            <a:solidFill>
              <a:srgbClr val="D476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325112"/>
            <a:ext cx="7973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Chef's Tip:  Don't stir after adding eggs. Low heat keeps yolks runny — check at 5 minutes.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Buttermilk Biscuits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0" y="128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Brunch Edition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19050">
            <a:solidFill>
              <a:srgbClr val="F2D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1042416" cy="219456"/>
          </a:xfrm>
          <a:prstGeom prst="rect">
            <a:avLst/>
          </a:prstGeom>
          <a:solidFill>
            <a:srgbClr val="D476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66928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572768" y="566928"/>
            <a:ext cx="658368" cy="219456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9" name="Text 7"/>
          <p:cNvSpPr/>
          <p:nvPr/>
        </p:nvSpPr>
        <p:spPr>
          <a:xfrm>
            <a:off x="1572768" y="5669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04288" y="566928"/>
            <a:ext cx="978408" cy="21945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1" name="Text 9"/>
          <p:cNvSpPr/>
          <p:nvPr/>
        </p:nvSpPr>
        <p:spPr>
          <a:xfrm>
            <a:off x="2304288" y="566928"/>
            <a:ext cx="978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8-10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Tall, flaky, and golden. The secret is cold butter, minimal handling, and a hot oven. These disappear fast.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481328"/>
            <a:ext cx="397764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54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cups all-purpose flour, plus more for dusting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tbsp baking powder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1/4 tsp baking soda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tsp salt, 1 tsp sugar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tbsp cold unsalted butter, cubed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 cup cold buttermilk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melted butter for brushing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98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481328"/>
            <a:ext cx="397764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54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Preheat oven to 450F. Line a baking sheet with parchment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Whisk flour, baking powder, soda, salt, and sugar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Cut in cold butter until pea-sized pieces remain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Add buttermilk, stir just until dough comes together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Pat to 1-inch thick on floured surface (don't roll!)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Cut with 2.5-inch cutter — press straight down, don't twist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Bake 12-14 minutes until golden, brush with melted butter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25112"/>
            <a:ext cx="8229600" cy="411480"/>
          </a:xfrm>
          <a:prstGeom prst="rect">
            <a:avLst/>
          </a:prstGeom>
          <a:solidFill>
            <a:srgbClr val="FFF5E6"/>
          </a:solidFill>
          <a:ln w="12700">
            <a:solidFill>
              <a:srgbClr val="F2D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25112"/>
            <a:ext cx="54864" cy="411480"/>
          </a:xfrm>
          <a:prstGeom prst="rect">
            <a:avLst/>
          </a:prstGeom>
          <a:solidFill>
            <a:srgbClr val="D4763C"/>
          </a:solidFill>
          <a:ln w="12700">
            <a:solidFill>
              <a:srgbClr val="D476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325112"/>
            <a:ext cx="7973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Chef's Tip:  Freeze butter cubes 10 minutes before cutting in. Warm butter = flat biscuits.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Eggs Benedict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0" y="128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Brunch Edition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19050">
            <a:solidFill>
              <a:srgbClr val="F2D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786384" cy="219456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66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16736" y="566928"/>
            <a:ext cx="658368" cy="219456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9" name="Text 7"/>
          <p:cNvSpPr/>
          <p:nvPr/>
        </p:nvSpPr>
        <p:spPr>
          <a:xfrm>
            <a:off x="1316736" y="5669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48256" y="566928"/>
            <a:ext cx="786384" cy="21945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566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brunch classic, demystified. We'll nail poached eggs and build a foolproof blender hollandaise that won't break.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481328"/>
            <a:ext cx="397764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54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English muffins, split and toasted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slices Canadian bacon or ham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large eggs (the freshest you can find)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vinegar for poaching water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egg yolks (for hollandaise)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tbsp lemon juice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1/2 cup melted butter, still hot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 of cayenne, salt to taste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Chives for garnish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98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481328"/>
            <a:ext cx="397764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54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Blender hollandaise: blend yolks + lemon 5 sec, stream in hot butter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Season with cayenne and salt, keep blender jar in warm water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Bring a wide pot of water to bare simmer, add splash of vinegar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Crack each egg into a small cup, slide gently into water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Poach 3-4 minutes for runny yolks, remove with slotted spoon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Toast muffins, warm Canadian bacon in a skillet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Stack: muffin, bacon, egg, hollandaise, chives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25112"/>
            <a:ext cx="8229600" cy="411480"/>
          </a:xfrm>
          <a:prstGeom prst="rect">
            <a:avLst/>
          </a:prstGeom>
          <a:solidFill>
            <a:srgbClr val="FFF5E6"/>
          </a:solidFill>
          <a:ln w="12700">
            <a:solidFill>
              <a:srgbClr val="F2D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25112"/>
            <a:ext cx="54864" cy="411480"/>
          </a:xfrm>
          <a:prstGeom prst="rect">
            <a:avLst/>
          </a:prstGeom>
          <a:solidFill>
            <a:srgbClr val="D4763C"/>
          </a:solidFill>
          <a:ln w="12700">
            <a:solidFill>
              <a:srgbClr val="D476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325112"/>
            <a:ext cx="7973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Chef's Tip:  Swirl the water before dropping each egg — the vortex wraps the white around the yolk.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Lemon Ricotta Pancakes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0" y="128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Brunch Edition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19050">
            <a:solidFill>
              <a:srgbClr val="F2D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786384" cy="21945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66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16736" y="566928"/>
            <a:ext cx="658368" cy="219456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9" name="Text 7"/>
          <p:cNvSpPr/>
          <p:nvPr/>
        </p:nvSpPr>
        <p:spPr>
          <a:xfrm>
            <a:off x="1316736" y="5669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48256" y="566928"/>
            <a:ext cx="786384" cy="21945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566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and pillowy with a bright citrus note. The ricotta adds richness without heaviness. Top with fresh berries and a dusting of powdered sugar.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481328"/>
            <a:ext cx="397764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54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cup ricotta cheese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large eggs, separated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3/4 cup milk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Zest of 1 lemon + 1 tbsp juice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cup flour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tsp baking powder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tbsp sugar, pinch of salt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Butter for the griddle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berries and powdered sugar for serving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98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481328"/>
            <a:ext cx="397764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54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Whisk ricotta, egg yolks, milk, lemon zest, and juice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Add flour, baking powder, sugar, and salt — stir gently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Beat egg whites to soft peaks, fold into batter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Heat griddle to 325F, butter lightly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Pour 1/4 cup batter per pancake, cook until bubbles form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Flip once, cook 1-2 more minutes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Serve with berries and a light dusting of powdered sugar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25112"/>
            <a:ext cx="8229600" cy="411480"/>
          </a:xfrm>
          <a:prstGeom prst="rect">
            <a:avLst/>
          </a:prstGeom>
          <a:solidFill>
            <a:srgbClr val="FFF5E6"/>
          </a:solidFill>
          <a:ln w="12700">
            <a:solidFill>
              <a:srgbClr val="F2D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25112"/>
            <a:ext cx="54864" cy="411480"/>
          </a:xfrm>
          <a:prstGeom prst="rect">
            <a:avLst/>
          </a:prstGeom>
          <a:solidFill>
            <a:srgbClr val="D4763C"/>
          </a:solidFill>
          <a:ln w="12700">
            <a:solidFill>
              <a:srgbClr val="D476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325112"/>
            <a:ext cx="7973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Chef's Tip:  Folding in whipped egg whites is what makes these cloud-like. Don't skip it, and don't over-mix.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2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Smoked Salmon Board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0" y="1280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Brunch Edition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57200" y="4892040"/>
            <a:ext cx="8229600" cy="0"/>
          </a:xfrm>
          <a:prstGeom prst="line">
            <a:avLst/>
          </a:prstGeom>
          <a:noFill/>
          <a:ln w="19050">
            <a:solidFill>
              <a:srgbClr val="F2D68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0" y="49103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566928"/>
            <a:ext cx="786384" cy="21945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669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316736" y="566928"/>
            <a:ext cx="658368" cy="219456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9" name="Text 7"/>
          <p:cNvSpPr/>
          <p:nvPr/>
        </p:nvSpPr>
        <p:spPr>
          <a:xfrm>
            <a:off x="1316736" y="56692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048256" y="566928"/>
            <a:ext cx="914400" cy="219456"/>
          </a:xfrm>
          <a:prstGeom prst="rect">
            <a:avLst/>
          </a:prstGeom>
          <a:solidFill>
            <a:srgbClr val="84B59F"/>
          </a:solidFill>
          <a:ln/>
        </p:spPr>
      </p:sp>
      <p:sp>
        <p:nvSpPr>
          <p:cNvPr id="11" name="Text 9"/>
          <p:cNvSpPr/>
          <p:nvPr/>
        </p:nvSpPr>
        <p:spPr>
          <a:xfrm>
            <a:off x="2048256" y="56692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6-8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cooking required — just thoughtful assembly. A beautiful board is all about variety, contrast, and giving people choices.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1298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47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481328"/>
            <a:ext cx="397764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554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oz smoked salmon (lox-style)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oz cream cheese, softened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bagels or bagel chips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Capers, thinly sliced red onion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dill, lemon wedges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 slices, cherry tomatoes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Cornichons or pickled anything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Hard-boiled eggs, quartered</a:t>
            </a:r>
            <a:endParaRPr lang="en-US" sz="10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olive oil and flaky salt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09160" y="12984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1481328"/>
            <a:ext cx="3977640" cy="0"/>
          </a:xfrm>
          <a:prstGeom prst="line">
            <a:avLst/>
          </a:prstGeom>
          <a:noFill/>
          <a:ln w="9525">
            <a:solidFill>
              <a:srgbClr val="F2D6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54480"/>
            <a:ext cx="3977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Choose a large board or platter — wood looks great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Place cream cheese in a small bowl off-center on the board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Fan salmon slices in loose rosettes (don't flatten them)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Cluster bagels/chips in one area — don't scatter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Group garnishes: capers + onion together, herbs together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Fill gaps with cucumbers, tomatoes, eggs, cornichons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Drizzle olive oil on cream cheese, finish with dill and flaky salt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4325112"/>
            <a:ext cx="8229600" cy="411480"/>
          </a:xfrm>
          <a:prstGeom prst="rect">
            <a:avLst/>
          </a:prstGeom>
          <a:solidFill>
            <a:srgbClr val="FFF5E6"/>
          </a:solidFill>
          <a:ln w="12700">
            <a:solidFill>
              <a:srgbClr val="F2D6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325112"/>
            <a:ext cx="54864" cy="411480"/>
          </a:xfrm>
          <a:prstGeom prst="rect">
            <a:avLst/>
          </a:prstGeom>
          <a:solidFill>
            <a:srgbClr val="D4763C"/>
          </a:solidFill>
          <a:ln w="12700">
            <a:solidFill>
              <a:srgbClr val="D476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" y="4325112"/>
            <a:ext cx="7973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Chef's Tip:  Board building rule: group similar items, vary colors side-by-side, and leave some breathing room.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850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315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 Let's</a:t>
            </a:r>
            <a:endParaRPr lang="en-US" sz="4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Cook.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2D6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Taste everything. Season as you go. Have fun.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3840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A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 and notes at: cookingclass.example.com/brunch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Saturday Morning Cooking Class — Brunch Edition</dc:title>
  <dc:subject>PptxGenJS Presentation</dc:subject>
  <dc:creator>PptxGenJS</dc:creator>
  <cp:lastModifiedBy>PptxGenJS</cp:lastModifiedBy>
  <cp:revision>1</cp:revision>
  <dcterms:created xsi:type="dcterms:W3CDTF">2026-03-30T15:26:36Z</dcterms:created>
  <dcterms:modified xsi:type="dcterms:W3CDTF">2026-03-30T15:26:36Z</dcterms:modified>
</cp:coreProperties>
</file>