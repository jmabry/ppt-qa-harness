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3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Mountain Biking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 Guide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Pisgah National Forest &amp; DuPont State Forest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North Carolina  |  2026 Season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Trails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0" y="109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Guide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FORESTS, ENDLESS SINGLETRACK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Pisgah: old-growth forest with technical rock gardens and root-laced descents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DuPont: smooth flow trails and waterfall views — great for building skills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within 30 minutes of Brevard, NC (aka the cycling capital of the east)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Rideable 9+ months of the year with mild winters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822960"/>
            <a:ext cx="1988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09160" y="1463040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of trail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7980" y="822960"/>
            <a:ext cx="1988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4,000'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697980" y="1463040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elevation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920240"/>
            <a:ext cx="1988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2560320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trails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97980" y="1920240"/>
            <a:ext cx="1988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697980" y="2560320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 Difficulty Guide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0" y="109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Guide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822960"/>
            <a:ext cx="54864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932688"/>
            <a:ext cx="914400" cy="228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932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877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fire roads and gentle singletrack. Minimal elevation. Good for beginners and families.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1225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Terrain: Packed dirt, gravel, gentle grades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1801368"/>
            <a:ext cx="914400" cy="2286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1801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1746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singletrack with some roots and rocks. Moderate climbing. Intermediate fitness needed.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2093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Terrain: Roots, small rocks, moderate grades, some switchbacks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82296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60320"/>
            <a:ext cx="54864" cy="7772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2670048"/>
            <a:ext cx="914400" cy="22860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26151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terrain with rock gardens, steep climbs, and fast descents. Strong bike handling required.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2962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Terrain: Rock gardens, log crossings, steep grades, exposure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29000"/>
            <a:ext cx="54864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3538728"/>
            <a:ext cx="9144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3483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deal. Sustained technical features, hike-a-bike sections, serious consequences for mistakes.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3831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Terrain: Mandatory drops, large rocks, steep chutes, route-finding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Pisgah Favorites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0" y="109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Guide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6928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6928"/>
            <a:ext cx="2651760" cy="5486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766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Bennett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87782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mi  |  1400 ft gain  |  hard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078992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Pisgah. Rocky singletrack descent through old-growth forest with multiple creek crossings.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566928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566928"/>
            <a:ext cx="265176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6766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Farlow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87782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  |  800 ft gain  |  expert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5848" y="1078992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Notorious rock garden descent. Steep, loose, and technical — the benchmark for Pisgah gnar.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566928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566928"/>
            <a:ext cx="2651760" cy="54864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6766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Rock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87782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mi  |  1200 ft gain  |  moderate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1078992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Flowing ridgeline trail with panoramic views. Good climbing workout with rewarding descent.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43200"/>
            <a:ext cx="2651760" cy="54864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Butter Gap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305409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mi  |  600 ft gain  |  moderate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3255264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and flowy for Pisgah standards. Gentle grades make this a solid introduction to the forest.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2743200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743200"/>
            <a:ext cx="2651760" cy="5486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Mountain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305409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  |  2400 ft gain  |  hard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55848" y="3255264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loop with sustained climbing to 5,800 ft. Remote feel with dense rhododendron tunnels.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743200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743200"/>
            <a:ext cx="2651760" cy="54864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Spencer Branch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44768" y="305409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mi  |  500 ft gain  |  moderate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3255264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but sweet connector trail. Playful terrain with small drops and bermed corners.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DuPont Favorites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0" y="109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Guide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6928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6928"/>
            <a:ext cx="265176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766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Ridgeline Trail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87782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mi  |  600 ft gain  |  easy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078992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singletrack along the ridge. Smooth surfaces, filtered views, perfect for warming up.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566928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566928"/>
            <a:ext cx="2651760" cy="54864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6766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Branch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87782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mi  |  400 ft gain  |  moderate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5848" y="1078992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flowy with bermed turns. Ends near Triple Falls — bring a camera.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566928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566928"/>
            <a:ext cx="2651760" cy="54864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6766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Rock Trail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87782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mi  |  350 ft gain  |  moderate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1078992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rock features with optional lines. Great for practicing skills in a short loop.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43200"/>
            <a:ext cx="265176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Hooker Creek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305409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  |  500 ft gain  |  easy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3255264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fire road to singletrack. Passes Hooker Falls — a popular swimming hole in summer.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2743200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743200"/>
            <a:ext cx="2651760" cy="5486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 Rock Trail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305409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  |  700 ft gain  |  hard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55848" y="3255264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granite slabs and tight switchbacks. Stunning views from the rock face.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743200"/>
            <a:ext cx="2651760" cy="2039112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743200"/>
            <a:ext cx="265176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Corn Mill Shoals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44768" y="305409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mi  |  200 ft gain  |  easy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3255264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riverside trail with gentle rollers. Family-friendly and great for a quick after-work ride.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Gear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0" y="109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Guide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 ON EVERY 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&amp; SAFETY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0"/>
          </a:xfrm>
          <a:prstGeom prst="line">
            <a:avLst/>
          </a:prstGeom>
          <a:noFill/>
          <a:ln w="9525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78992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Full-face or half-shell helmet (full-face for Pisgah tech)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pack — 2L minimum, 3L for long rides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Tubeless tire setup with sealant + spare tube as backup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with chain breaker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kit with tick removal tool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8229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&amp; PROVISIONS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3977640" cy="0"/>
          </a:xfrm>
          <a:prstGeom prst="line">
            <a:avLst/>
          </a:prstGeom>
          <a:noFill/>
          <a:ln w="9525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78992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pads for rocky descents (highly recommended)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Dropper seatpost — non-negotiable on steep terrain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map or GPS device (cell service is spotty in Pisgah)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spray if riding deep in Pisgah (rare but real)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and electrolytes for rides over 2 hours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Ride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0" y="109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Guide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CONDITIONS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896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(Mar-May)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188720"/>
            <a:ext cx="640080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188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896112"/>
            <a:ext cx="57241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Wildflowers and waterfalls at peak. Trails can be muddy — check conditions after rain. Creek crossings may run high.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(Jun-Aug)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057400"/>
            <a:ext cx="640080" cy="20116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057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1764792"/>
            <a:ext cx="57241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and humid at lower elevations. Ride early or stick to high-altitude trails. Afternoon thunderstorms are common.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633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(Sep-Nov)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2926080"/>
            <a:ext cx="64008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926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633472"/>
            <a:ext cx="57241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season. Perfect temps, low humidity, spectacular foliage. Trails are dry and fast. Book lodging early.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02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 (Dec-Feb)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794760"/>
            <a:ext cx="640080" cy="20116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794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3502152"/>
            <a:ext cx="57241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Rideable on dry days. Higher trails may have ice. Shorter daylight hours — plan accordingly. Pisgah can get snow above 4,000 ft.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Out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Ride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trail is the one you're on today.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trailforks.com/region/pisgah  |  dupontforest.com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Mountain Biking Trail Guide — Pisgah &amp; DuPont</dc:title>
  <dc:subject>PptxGenJS Presentation</dc:subject>
  <dc:creator>PptxGenJS</dc:creator>
  <cp:lastModifiedBy>PptxGenJS</cp:lastModifiedBy>
  <cp:revision>1</cp:revision>
  <dcterms:created xsi:type="dcterms:W3CDTF">2026-03-30T15:26:26Z</dcterms:created>
  <dcterms:modified xsi:type="dcterms:W3CDTF">2026-03-30T15:26:26Z</dcterms:modified>
</cp:coreProperties>
</file>