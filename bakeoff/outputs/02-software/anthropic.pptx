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4652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0372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6092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0372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6092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0372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6092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90372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36092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Migrating from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Monolith to Microservices</a:t>
            </a:r>
            <a:endParaRPr lang="en-US" sz="4000" dirty="0"/>
          </a:p>
        </p:txBody>
      </p:sp>
      <p:sp>
        <p:nvSpPr>
          <p:cNvPr id="28" name="Shape 26"/>
          <p:cNvSpPr/>
          <p:nvPr/>
        </p:nvSpPr>
        <p:spPr>
          <a:xfrm>
            <a:off x="731520" y="30175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Backend Engineering Teams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" y="3931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Engineer, Platform Team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2560320"/>
            <a:ext cx="1645920" cy="45720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0840" y="3108960"/>
            <a:ext cx="640080" cy="45720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2360" y="3108960"/>
            <a:ext cx="640080" cy="45720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3657600"/>
            <a:ext cx="411480" cy="457200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3657600"/>
            <a:ext cx="411480" cy="457200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26680" y="3657600"/>
            <a:ext cx="411480" cy="45720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Monolith Today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to change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14600" cy="30175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514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Bottleneck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deployable = 4-hour release windows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engineers blocked on one pipeline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2.3 deploys/week (target: daily)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554480"/>
            <a:ext cx="2514600" cy="30175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554480"/>
            <a:ext cx="2514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794760" y="182880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476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Blast Radius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292608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commit takes down everything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 isolation between domains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47 min avg (last quarter)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2514600" cy="30175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554480"/>
            <a:ext cx="2514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Coupling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across unrelated features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schema = hidden dependencies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ownership boundaries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(Web / Mobile / API Consumers)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7680960" cy="502920"/>
          </a:xfrm>
          <a:prstGeom prst="rect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  (routing, auth, rate limiting)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691640" cy="822960"/>
          </a:xfrm>
          <a:prstGeom prst="rect">
            <a:avLst/>
          </a:prstGeom>
          <a:solidFill>
            <a:srgbClr val="1A1D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834640"/>
            <a:ext cx="1691640" cy="822960"/>
          </a:xfrm>
          <a:prstGeom prst="rect">
            <a:avLst/>
          </a:prstGeom>
          <a:solidFill>
            <a:srgbClr val="1A1D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8346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1691640" cy="822960"/>
          </a:xfrm>
          <a:prstGeom prst="rect">
            <a:avLst/>
          </a:prstGeom>
          <a:solidFill>
            <a:srgbClr val="1A1D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8346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834640"/>
            <a:ext cx="1691640" cy="822960"/>
          </a:xfrm>
          <a:prstGeom prst="rect">
            <a:avLst/>
          </a:prstGeom>
          <a:solidFill>
            <a:srgbClr val="1A1D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8346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319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Bus  (Kafka  —  async communication between services)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21252F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 Stores (each service owns its data)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 Strategy: Strangler Fig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 replace monolith capabilities without a big-bang rewrite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34440" y="15544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1828800"/>
            <a:ext cx="1554480" cy="0"/>
          </a:xfrm>
          <a:prstGeom prst="line">
            <a:avLst/>
          </a:prstGeom>
          <a:noFill/>
          <a:ln w="25400">
            <a:solidFill>
              <a:srgbClr val="2D334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1920240" cy="22860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19202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&amp; Isolate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domain boundaries.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shared DB tables.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service contracts.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77640" y="1828800"/>
            <a:ext cx="1554480" cy="0"/>
          </a:xfrm>
          <a:prstGeom prst="line">
            <a:avLst/>
          </a:prstGeom>
          <a:noFill/>
          <a:ln w="25400">
            <a:solidFill>
              <a:srgbClr val="2D334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697480" y="2286000"/>
            <a:ext cx="1920240" cy="22860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97480" y="228600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Facade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2834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API gateway.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traffic to monolith.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feature flags.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15544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1554480" cy="0"/>
          </a:xfrm>
          <a:prstGeom prst="line">
            <a:avLst/>
          </a:prstGeom>
          <a:noFill/>
          <a:ln w="25400">
            <a:solidFill>
              <a:srgbClr val="2D334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846320" y="2286000"/>
            <a:ext cx="1920240" cy="22860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28600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Services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834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off one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time. Dual-write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consistency.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15544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995160" y="2286000"/>
            <a:ext cx="1920240" cy="22860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95160" y="2286000"/>
            <a:ext cx="1920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 Monolith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2834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all traffic.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old code.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shared DB.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Matrix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91440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Risk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Likelihood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Impact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Mitigation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inconsistency during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dual-write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sourcing + reconciliation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running every 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discovery failures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early rollout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breakers +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monolith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latency increase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service-to-service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messaging via Kafka;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hot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skill gap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program + embedded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 in each squad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(20+ services to manage)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templates,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CI/CD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6-Month Phased Rollout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7680960" cy="91440"/>
          </a:xfrm>
          <a:prstGeom prst="rect">
            <a:avLst/>
          </a:prstGeom>
          <a:solidFill>
            <a:srgbClr val="2D3348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" y="1536192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143000" cy="26517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94560"/>
            <a:ext cx="1143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960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setup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infra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templates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73452" y="153619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2194560"/>
            <a:ext cx="1143000" cy="26517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2194560"/>
            <a:ext cx="1143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3317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697480"/>
            <a:ext cx="960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User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Dual-write migration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53612" y="1536192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194560"/>
            <a:ext cx="1143000" cy="26517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194560"/>
            <a:ext cx="1143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3317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2697480"/>
            <a:ext cx="960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(Kafka)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baseline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33772" y="1536192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194560"/>
            <a:ext cx="1143000" cy="26517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194560"/>
            <a:ext cx="1143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3317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2697480"/>
            <a:ext cx="960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+ Inventory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dual-writes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13932" y="1536192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2194560"/>
            <a:ext cx="1143000" cy="26517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52160" y="2194560"/>
            <a:ext cx="1143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3317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Stabilize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0" y="2697480"/>
            <a:ext cx="960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creation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94092" y="1536192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0" y="2194560"/>
            <a:ext cx="1143000" cy="26517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32320" y="2194560"/>
            <a:ext cx="1143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7223760" y="23317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23760" y="2697480"/>
            <a:ext cx="960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retirement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cutover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 Observability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from day one — you cannot debug what you cannot see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rate, error rate, duration (RED)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 &amp; consumer lag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 / GC per service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business metrics (orders/sec)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(OpenTelemetry)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 propagation across services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breakdown per hop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span instrumentation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1605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 (no plaintext)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IDs in every log line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aggregation (ELK / Loki)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error rate spikes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1463040"/>
            <a:ext cx="3291840" cy="32004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Tooling Stack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77840" y="205740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2011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+ Grafana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2212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dashboards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56032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2514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Jaeger / Tempo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7880" y="2715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0632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3017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ELK Stack / Loki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97880" y="3218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356616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PagerDuty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97880" y="3721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on-call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406908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OpenTelemetry SDK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97880" y="4224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instrumentation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squads around service boundaries ("You build it, you run it")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572000" cy="5486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Squad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engineers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Service, Auth, Profiles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4572000" cy="5486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4884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Commerce Squad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Service, Cart, Checkout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4572000" cy="5486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8346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 Squad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2834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engineers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Service, Billing, Refunds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4572000" cy="5486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52044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Squad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Service, Warehouse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4572000" cy="5486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2062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Squad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77440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engineers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CI/CD, Infra, Observability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1463040"/>
            <a:ext cx="3017520" cy="32004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Principles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0" y="20116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ownership: build, deploy, operate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rotation per squad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Cross-squad API contract reviews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architecture sync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SRE in Platform squad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runbook repository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514600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200ms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P99 Latency Target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450ms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280160"/>
            <a:ext cx="2514600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371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10x/day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Frequency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286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2.3x/week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514600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371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15min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MTTR Target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47 min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9184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40280"/>
                <a:gridCol w="2240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Current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6-Month Target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30000"/>
                      </a:srgb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for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5943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00200" y="8229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7160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00200" y="10515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28" name="Shape 26"/>
          <p:cNvSpPr/>
          <p:nvPr/>
        </p:nvSpPr>
        <p:spPr>
          <a:xfrm>
            <a:off x="3931920" y="2560320"/>
            <a:ext cx="12801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Chen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alex.chen@company.dev  |  #platform-migration  |  Confluence: /microservices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Migrating from Monolith to Microservices</dc:title>
  <dc:subject>PptxGenJS Presentation</dc:subject>
  <dc:creator>Platform Engineering Team</dc:creator>
  <cp:lastModifiedBy>Platform Engineering Team</cp:lastModifiedBy>
  <cp:revision>1</cp:revision>
  <dcterms:created xsi:type="dcterms:W3CDTF">2026-03-30T17:55:51Z</dcterms:created>
  <dcterms:modified xsi:type="dcterms:W3CDTF">2026-03-30T17:55:51Z</dcterms:modified>
</cp:coreProperties>
</file>