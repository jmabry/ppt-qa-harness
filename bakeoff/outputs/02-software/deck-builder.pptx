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2286000" cy="228600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1828800"/>
            <a:ext cx="1828800" cy="182880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FROM MONOLITH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MICROSERVICES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82880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Backend Engineering Teams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Alex Chen, Principal Engineer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Team  |  March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00D4AA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The Monolith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00D4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88720"/>
            <a:ext cx="256032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Bottleneck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deployable artifact (~45 min build)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train blocks all teams on slowest feature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Rollbacks require full redeploy of entire app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in billing module takes down entire platform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 isolation between subsystems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deploy = full outage for all 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88720"/>
            <a:ext cx="2560320" cy="3657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Coupling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7373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engineers contending on single codebase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average 3.2/day across teams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schema makes independent changes impossible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1A234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stats:   Deploy frequency: 1x/week   |   MTTR: 4.2 hours   |   Lead time: 12 days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00D4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0" y="1188720"/>
            <a:ext cx="5486400" cy="320040"/>
          </a:xfrm>
          <a:prstGeom prst="roundRect">
            <a:avLst>
              <a:gd name="adj" fmla="val 17143"/>
            </a:avLst>
          </a:prstGeom>
          <a:solidFill>
            <a:srgbClr val="1E2A4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(Web / Mobile / API)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1600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1828800"/>
            <a:ext cx="6766560" cy="36576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828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(Auth / Rate Limit / Routing)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8321040" cy="777240"/>
          </a:xfrm>
          <a:prstGeom prst="roundRect">
            <a:avLst>
              <a:gd name="adj" fmla="val 7059"/>
            </a:avLst>
          </a:prstGeom>
          <a:solidFill>
            <a:srgbClr val="1A2340"/>
          </a:solidFill>
          <a:ln w="6350">
            <a:solidFill>
              <a:srgbClr val="00B4D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57200" y="23317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26060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26060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26060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26060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88720" y="3630168"/>
            <a:ext cx="6766560" cy="365760"/>
          </a:xfrm>
          <a:prstGeom prst="roundRect">
            <a:avLst>
              <a:gd name="adj" fmla="val 15000"/>
            </a:avLst>
          </a:prstGeom>
          <a:solidFill>
            <a:srgbClr val="7C5CFC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36301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 (Kafka / RabbitMQ)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41056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" y="4334256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E2A4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3342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88920" y="4334256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E2A4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43342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4334256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E2A4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43342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9400" y="4334256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E2A4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43342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(Redis)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Strategy: Strangler Fig Pattern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00D4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1500" y="114300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" y="1143000"/>
            <a:ext cx="17373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708660" y="1325880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13258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86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Proxy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86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API gateway in front of monolith. Route all traffic through it. Zero behavior change.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18588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28900" y="114300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74620" y="1143000"/>
            <a:ext cx="17373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66060" y="1325880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2766060" y="13258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660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Read Paths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660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read-only endpoints to new services. Dual-read validation ensures consistency.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75988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86300" y="114300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2020" y="1143000"/>
            <a:ext cx="173736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2" name="Shape 20"/>
          <p:cNvSpPr/>
          <p:nvPr/>
        </p:nvSpPr>
        <p:spPr>
          <a:xfrm>
            <a:off x="4823460" y="1325880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FFB347"/>
          </a:solidFill>
          <a:ln/>
        </p:spPr>
      </p:sp>
      <p:sp>
        <p:nvSpPr>
          <p:cNvPr id="23" name="Text 21"/>
          <p:cNvSpPr/>
          <p:nvPr/>
        </p:nvSpPr>
        <p:spPr>
          <a:xfrm>
            <a:off x="4823460" y="13258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34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Write Paths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34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write operations with event sourcing. Use change data capture for sync during transition.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3388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43700" y="114300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89420" y="1143000"/>
            <a:ext cx="173736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9" name="Shape 27"/>
          <p:cNvSpPr/>
          <p:nvPr/>
        </p:nvSpPr>
        <p:spPr>
          <a:xfrm>
            <a:off x="6880860" y="1325880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30" name="Text 28"/>
          <p:cNvSpPr/>
          <p:nvPr/>
        </p:nvSpPr>
        <p:spPr>
          <a:xfrm>
            <a:off x="6880860" y="13258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808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808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remaining routes. Archive monolith codebase. Remove legacy DB dependencies.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includes rollback capability and feature flags for gradual cutover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00D4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inconsistency during dual-write phase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sourcing + CDC with reconciliation jobs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discovery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 mesh with health checks + circuit breakers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Cascading failures across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Bulkhead pattern + timeout policies + fallback caching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skill gaps with distributed systems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Pairing program + internal training + embedded 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regression from network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for internal comms + connection pooling + caching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operational complexity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GitOps + unified observability platform from day 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6-Month Phased Rollout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00D4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109728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1305763" cy="109728"/>
          </a:xfrm>
          <a:prstGeom prst="roundRect">
            <a:avLst>
              <a:gd name="adj" fmla="val 33333"/>
            </a:avLst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2037283" y="1371600"/>
            <a:ext cx="1920240" cy="109728"/>
          </a:xfrm>
          <a:prstGeom prst="roundRect">
            <a:avLst>
              <a:gd name="adj" fmla="val 33333"/>
            </a:avLst>
          </a:prstGeom>
          <a:solidFill>
            <a:srgbClr val="00D4AA"/>
          </a:solidFill>
          <a:ln/>
        </p:spPr>
      </p:sp>
      <p:sp>
        <p:nvSpPr>
          <p:cNvPr id="9" name="Shape 7"/>
          <p:cNvSpPr/>
          <p:nvPr/>
        </p:nvSpPr>
        <p:spPr>
          <a:xfrm>
            <a:off x="3957523" y="1371600"/>
            <a:ext cx="2534717" cy="109728"/>
          </a:xfrm>
          <a:prstGeom prst="roundRect">
            <a:avLst>
              <a:gd name="adj" fmla="val 33333"/>
            </a:avLst>
          </a:prstGeom>
          <a:solidFill>
            <a:srgbClr val="FFB34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371600"/>
            <a:ext cx="1920240" cy="109728"/>
          </a:xfrm>
          <a:prstGeom prst="roundRect">
            <a:avLst>
              <a:gd name="adj" fmla="val 33333"/>
            </a:avLst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0972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14600" y="10972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94760" y="10972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4920" y="10972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55080" y="10972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35240" y="10972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783080"/>
            <a:ext cx="1954530" cy="2377440"/>
          </a:xfrm>
          <a:prstGeom prst="roundRect">
            <a:avLst>
              <a:gd name="adj" fmla="val 3743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1783080"/>
            <a:ext cx="186309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1920240"/>
            <a:ext cx="17350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210312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Proxy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2423160"/>
            <a:ext cx="1735074" cy="15544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API gateway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routing rules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baseline metrics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behavior change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48890" y="1783080"/>
            <a:ext cx="1954530" cy="2377440"/>
          </a:xfrm>
          <a:prstGeom prst="roundRect">
            <a:avLst>
              <a:gd name="adj" fmla="val 3743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94610" y="1783080"/>
            <a:ext cx="186309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2658618" y="1920240"/>
            <a:ext cx="17350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8618" y="210312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Paths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8618" y="2423160"/>
            <a:ext cx="1735074" cy="15544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user profile reads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catalog queries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Dual-read validation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traffic testing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0580" y="1783080"/>
            <a:ext cx="1954530" cy="2377440"/>
          </a:xfrm>
          <a:prstGeom prst="roundRect">
            <a:avLst>
              <a:gd name="adj" fmla="val 3743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6300" y="1783080"/>
            <a:ext cx="186309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9" name="Text 27"/>
          <p:cNvSpPr/>
          <p:nvPr/>
        </p:nvSpPr>
        <p:spPr>
          <a:xfrm>
            <a:off x="4750308" y="1920240"/>
            <a:ext cx="17350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0308" y="210312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0308" y="2423160"/>
            <a:ext cx="1735074" cy="15544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order writes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for data sync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 setup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 cutover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32270" y="1783080"/>
            <a:ext cx="1954530" cy="2377440"/>
          </a:xfrm>
          <a:prstGeom prst="roundRect">
            <a:avLst>
              <a:gd name="adj" fmla="val 3743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77990" y="1783080"/>
            <a:ext cx="186309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4" name="Text 32"/>
          <p:cNvSpPr/>
          <p:nvPr/>
        </p:nvSpPr>
        <p:spPr>
          <a:xfrm>
            <a:off x="6841998" y="1920240"/>
            <a:ext cx="17350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41998" y="210312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41998" y="2423160"/>
            <a:ext cx="1735074" cy="15544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final routes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monolith repo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legacy schemas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Observability: Day One Setup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00D4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371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81328"/>
            <a:ext cx="3886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591056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(Prometheus + Grafana)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801368"/>
            <a:ext cx="3758184" cy="5943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rate, error rate, duration (RED)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SLIs/SLOs per endpoint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 per container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32888"/>
            <a:ext cx="3886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642616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(ELK Stack)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2852928"/>
            <a:ext cx="3758184" cy="5943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logs with correlation IDs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aggregation with log levels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alerting on error spikes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84448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584448"/>
            <a:ext cx="3886200" cy="3657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694176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(Jaeger / OpenTelemetry)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904488"/>
            <a:ext cx="3758184" cy="5943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 propagation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breakdown per service hop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mapping auto-discovery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1188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STRATEGY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1389888"/>
            <a:ext cx="1371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481328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481328"/>
            <a:ext cx="388620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1591056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P1 - Critical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8888" y="177393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down, SLO breach &gt; 5min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auto-escalation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212848"/>
            <a:ext cx="388620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2322576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P2 - Warning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18888" y="250545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&gt; 1%, latency p99 &gt; 500ms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 + on-call review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944368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44368"/>
            <a:ext cx="3886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054096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P3 - Info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2369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events, scaling triggers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annotation only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767328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18888" y="3840480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Dashboards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4059936"/>
            <a:ext cx="3758184" cy="8229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Health Overview (RED metrics)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Resource Utilization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 Real-time Feed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Rollback Tracker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Structure: Service-Oriented Squads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00D4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0" y="118872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7C5CF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188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 (4 engineers)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|  Service Mesh  |  CI/CD  |  Observability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1874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5CFC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shared infrastructure to all squads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377440"/>
            <a:ext cx="186309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1460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Squad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61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48890" y="237744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94610" y="2377440"/>
            <a:ext cx="186309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2640330" y="251460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Squad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40330" y="276148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2640330" y="2761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40330" y="3063240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Service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0580" y="237744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6300" y="2377440"/>
            <a:ext cx="186309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4" name="Text 22"/>
          <p:cNvSpPr/>
          <p:nvPr/>
        </p:nvSpPr>
        <p:spPr>
          <a:xfrm>
            <a:off x="4732020" y="251460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Squad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32020" y="276148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FB347"/>
          </a:solidFill>
          <a:ln/>
        </p:spPr>
      </p:sp>
      <p:sp>
        <p:nvSpPr>
          <p:cNvPr id="26" name="Text 24"/>
          <p:cNvSpPr/>
          <p:nvPr/>
        </p:nvSpPr>
        <p:spPr>
          <a:xfrm>
            <a:off x="4732020" y="2761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2020" y="3063240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Service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32270" y="237744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77990" y="2377440"/>
            <a:ext cx="186309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0" name="Text 28"/>
          <p:cNvSpPr/>
          <p:nvPr/>
        </p:nvSpPr>
        <p:spPr>
          <a:xfrm>
            <a:off x="6823710" y="251460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Squad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23710" y="276148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32" name="Text 30"/>
          <p:cNvSpPr/>
          <p:nvPr/>
        </p:nvSpPr>
        <p:spPr>
          <a:xfrm>
            <a:off x="6823710" y="2761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23710" y="3063240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Svc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1A2340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0233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Principles:   You build it, you run it   |   Two-pizza teams   |   Service ownership = on-call ownership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00D4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43000"/>
            <a:ext cx="25603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07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/ week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1737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160020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7452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/ day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2057400"/>
            <a:ext cx="237744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 6-month mark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14300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307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160020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hours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1737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160020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minutes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2057400"/>
            <a:ext cx="237744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 6-month mark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3504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A234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143000"/>
            <a:ext cx="256032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307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160020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7220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ms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69480" y="1737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160020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5236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72200" y="2057400"/>
            <a:ext cx="237744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 6-month mark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2743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 TARGETS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944368"/>
            <a:ext cx="1371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35808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Lead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from commit to 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of deploys causing incidents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Availability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per-service, not monolith-wide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"/>
            <a:ext cx="1828800" cy="182880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0" y="22860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560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architecture decisions,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concerns, and team readiness.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Chen  |  alex.chen@company.dev  |  #platform-arch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+ reference materials: wiki.internal/microservices-migration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Migrating from Monolith to Microservices</dc:title>
  <dc:subject>PptxGenJS Presentation</dc:subject>
  <dc:creator>PptxGenJS</dc:creator>
  <cp:lastModifiedBy>PptxGenJS</cp:lastModifiedBy>
  <cp:revision>1</cp:revision>
  <dcterms:created xsi:type="dcterms:W3CDTF">2026-03-30T16:56:29Z</dcterms:created>
  <dcterms:modified xsi:type="dcterms:W3CDTF">2026-03-30T16:56:29Z</dcterms:modified>
</cp:coreProperties>
</file>