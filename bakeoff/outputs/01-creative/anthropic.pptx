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0"/>
            <a:ext cx="109728" cy="514350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Art of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Homemade Pasta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flour to fork — a hands-on evening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Cooking Night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0" y="256032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Tagliatelle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288036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3200400"/>
            <a:ext cx="182880" cy="1828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Orecchiette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evening of flour, eggs &amp; good company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Fresh Pasta?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night and day — here's why it matters.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2926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73152" cy="2926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Pasta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Silky, tender texture that melts on the tongue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sauces deeply — pasta &amp; sauce become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Cooks in 2-3 minutes (not 10-12)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egg flavor, golden color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made it — that pride is the secret ingredient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645920"/>
            <a:ext cx="3840480" cy="292608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645920"/>
            <a:ext cx="73152" cy="2926080"/>
          </a:xfrm>
          <a:prstGeom prst="rect">
            <a:avLst/>
          </a:prstGeom>
          <a:solidFill>
            <a:srgbClr val="7A8B6F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A8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Dried Pasta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66360" y="228600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Firmer, chewier bite — good but different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Sauce sits on top rather than merging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cook time, less forgiving window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flavor, pale color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— and no shame in that!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need — and what's just nice to have.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3108960"/>
          </a:xfrm>
          <a:prstGeom prst="rect">
            <a:avLst/>
          </a:prstGeom>
          <a:solidFill>
            <a:srgbClr val="B8504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Essential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countertop or large cutting board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pin (a long dowel is ideal)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knife or bench scraper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(for mixing eggs into flour)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pot &amp; colander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hands — the most important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3840480" cy="3108960"/>
          </a:xfrm>
          <a:prstGeom prst="rect">
            <a:avLst/>
          </a:prstGeom>
          <a:solidFill>
            <a:srgbClr val="E7E8D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6636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Nice to Have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166360" y="242316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machine (hand-crank or KitchenAid attachment)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 mold or stamp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rack or wooden hangers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Pastry wheel for decorative edges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bottle (for keeping dough moist)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Semolina flour (prevents sticking)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Tagliatelle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ribbon — elegant and forgiving for beginners.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457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 Tips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931920" y="123444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143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thin, but not paper-thin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about 1mm — you should barely see your hand through it. Too thick and it's gummy; too thin and it tears.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214884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Flour generously before cutting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3317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both sides with semolina. Roll the sheet loosely, then cut into 8mm ribbons. Immediately toss to unfurl.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306324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rest before rolling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246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kneading, wrap the dough and wait 30 minutes. Gluten relaxes and rolling becomes effortless.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397764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 loosely for storage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160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Twirl cut pasta into small nests on a floured tray. They can sit for hours or freeze beautifully.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645920" y="411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Ravioli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showstopper — tiny pillows of filling wrapped in silky dough.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137160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397764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dough thin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Ravioli dough should be translucent-thin (setting 6-7 on a machine). Two layers of thick dough = chewy pillows, not delicate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977640" cy="137160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37360"/>
            <a:ext cx="397764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Seal with 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out ALL air before sealing edges. Trapped air = burst ravioli in boiling water. Use a fork or fingertips to crimp.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977640" cy="137160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383280"/>
            <a:ext cx="397764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overfill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teaspoon of filling per ravioli is plenty. Overfilling means edges won't seal and filling leaks out while cooking.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3383280"/>
            <a:ext cx="3977640" cy="1371600"/>
          </a:xfrm>
          <a:prstGeom prst="rect">
            <a:avLst/>
          </a:prstGeom>
          <a:solidFill>
            <a:srgbClr val="FAF7F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383280"/>
            <a:ext cx="397764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one first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88620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single ravioli in boiling water before cooking the batch. Check the seal holds and the filling tastes right.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2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Orecchiette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"Little ears" — rustic, hand-shaped, and deeply satisfying to make.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06040" cy="2194560"/>
          </a:xfrm>
          <a:prstGeom prst="rect">
            <a:avLst/>
          </a:prstGeom>
          <a:solidFill>
            <a:srgbClr val="5C3D2E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23060" y="274320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162306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semolina dough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egg pasta, orecchiette uses semolina + water. The rougher texture grabs sauce beautifully. No eggs needed.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560320"/>
            <a:ext cx="2606040" cy="2194560"/>
          </a:xfrm>
          <a:prstGeom prst="rect">
            <a:avLst/>
          </a:prstGeom>
          <a:solidFill>
            <a:srgbClr val="5C3D2E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03420" y="274320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50342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Drag, don't press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small piece, place your butter knife on top, and drag toward you. The dough curls into a shell shape. Flip over your thumb.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2606040" cy="2194560"/>
          </a:xfrm>
          <a:prstGeom prst="rect">
            <a:avLst/>
          </a:prstGeom>
          <a:solidFill>
            <a:srgbClr val="5C3D2E">
              <a:alpha val="7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83780" y="2743200"/>
            <a:ext cx="274320" cy="274320"/>
          </a:xfrm>
          <a:prstGeom prst="ellipse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73837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Embrace imperfection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35204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orecchietta looks different — that's the charm. Irregular shapes catch more sauce. Don't aim for uniformity.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24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Mistakes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makes these at first. Here's how to recover.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2004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 is too dry &amp; crumbly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1554480"/>
            <a:ext cx="5029200" cy="548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0" y="1554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water, a teaspoon at a time. Humidity matters — your flour may need more liquid than the recipe says.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2004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128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 is sticky and unworkable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0" y="2212848"/>
            <a:ext cx="5029200" cy="548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2128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with flour and knead more. The stickiness often resolves after 5-8 minutes of kneading as gluten develops.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2004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712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tears when rolling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871216"/>
            <a:ext cx="5029200" cy="548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871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dough rest longer (30+ minutes). If it springs back or tears, the gluten is too tight. Patience is the fix.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32004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958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sticks together after cutting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0" y="3529584"/>
            <a:ext cx="5029200" cy="548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35295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immediately with semolina flour. Work in small batches and don't let cut pasta sit in piles.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32004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879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Mushy, overcooked pasta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0" y="4187952"/>
            <a:ext cx="5029200" cy="548640"/>
          </a:xfrm>
          <a:prstGeom prst="rect">
            <a:avLst/>
          </a:prstGeom>
          <a:solidFill>
            <a:srgbClr val="FAF7F2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41879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pasta cooks in 2-3 minutes — set a timer! Taste at 90 seconds. It should be tender but have a slight bite.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548640"/>
            <a:ext cx="3200400" cy="3200400"/>
          </a:xfrm>
          <a:prstGeom prst="ellipse">
            <a:avLst/>
          </a:prstGeom>
          <a:solidFill>
            <a:srgbClr val="A7BEAE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Now, Let's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Pasta.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beauty of pasta is that it rewards you for showing up.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hands, imperfect shapes, flour everywhere — that's the good stuff.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Buon appetito!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Art of Homemade Pasta</dc:title>
  <dc:subject>PptxGenJS Presentation</dc:subject>
  <dc:creator>Community Cooking Night</dc:creator>
  <cp:lastModifiedBy>Community Cooking Night</cp:lastModifiedBy>
  <cp:revision>1</cp:revision>
  <dcterms:created xsi:type="dcterms:W3CDTF">2026-03-30T17:55:51Z</dcterms:created>
  <dcterms:modified xsi:type="dcterms:W3CDTF">2026-03-30T17:55:51Z</dcterms:modified>
</cp:coreProperties>
</file>