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1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656D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7F5539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645920"/>
            <a:ext cx="3657600" cy="0"/>
          </a:xfrm>
          <a:prstGeom prst="line">
            <a:avLst/>
          </a:prstGeom>
          <a:noFill/>
          <a:ln w="19050">
            <a:solidFill>
              <a:srgbClr val="A68A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Homemade Pasta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0" y="3703320"/>
            <a:ext cx="3657600" cy="0"/>
          </a:xfrm>
          <a:prstGeom prst="line">
            <a:avLst/>
          </a:prstGeom>
          <a:noFill/>
          <a:ln w="19050">
            <a:solidFill>
              <a:srgbClr val="A68A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Cooking Night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443484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Flour to Fork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14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Fresh Pasta 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about taste — it's a completely different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solidFill>
            <a:srgbClr val="7F55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PASTA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 in 2-3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Silky, tender texture that melts on the tongue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sauces deeply into the dough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egg flavor enhances every dish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thickness exactly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to serve — guests notice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84048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656D4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PASTA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 in 8-12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Firmer, chewier bite (al dente)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 sits on the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wheat flavor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factory shapes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but ordinary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14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Need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01168" cy="201168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mixing bowl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bringing dough together by hand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201168" cy="201168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kitchen scale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Flour-to-egg ratio matters — weigh, don't scoop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201168" cy="201168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pin or pasta machine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works, but a machine saves energy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201168" cy="201168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knife or bench scraper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cuts for tagliatelle, trim ravioli edges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68A6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719072"/>
            <a:ext cx="201168" cy="201168"/>
          </a:xfrm>
          <a:prstGeom prst="ellipse">
            <a:avLst/>
          </a:prstGeom>
          <a:solidFill>
            <a:srgbClr val="A68A64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rack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for tagliatelle, but a floured towel works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201168" cy="201168"/>
          </a:xfrm>
          <a:prstGeom prst="ellipse">
            <a:avLst/>
          </a:prstGeom>
          <a:solidFill>
            <a:srgbClr val="A68A64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Ravioli mold or stamp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uniform shapes quickly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182112"/>
            <a:ext cx="201168" cy="201168"/>
          </a:xfrm>
          <a:prstGeom prst="ellipse">
            <a:avLst/>
          </a:prstGeom>
          <a:solidFill>
            <a:srgbClr val="A68A64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Semolina flour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on surfaces to prevent sticking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913632"/>
            <a:ext cx="201168" cy="201168"/>
          </a:xfrm>
          <a:prstGeom prst="ellipse">
            <a:avLst/>
          </a:prstGeom>
          <a:solidFill>
            <a:srgbClr val="A68A64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bottle of water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0352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ravioli edges without over-wetting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34840" y="1188720"/>
            <a:ext cx="0" cy="3474720"/>
          </a:xfrm>
          <a:prstGeom prst="line">
            <a:avLst/>
          </a:prstGeom>
          <a:noFill/>
          <a:ln w="12700">
            <a:solidFill>
              <a:srgbClr val="A68A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1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656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Tagliatelle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ribbon pasta — elegant and forgiving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754880" cy="2468880"/>
          </a:xfrm>
          <a:prstGeom prst="roundRect">
            <a:avLst>
              <a:gd name="adj" fmla="val 5556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 Tips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dough to about 1mm thick — thin enough to see your hand through it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 the sheet generously, then loosely roll into a flat log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ribbons about 8mm wide with a sharp knife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Unfurl immediately and toss with semolina to prevent sticking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with: ragu bolognese, butter and sage, mushroom cream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457200"/>
            <a:ext cx="3108960" cy="4206240"/>
          </a:xfrm>
          <a:prstGeom prst="roundRect">
            <a:avLst>
              <a:gd name="adj" fmla="val 7353"/>
            </a:avLst>
          </a:prstGeom>
          <a:solidFill>
            <a:srgbClr val="7F5539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371600"/>
            <a:ext cx="2011680" cy="2011680"/>
          </a:xfrm>
          <a:prstGeom prst="ellipse">
            <a:avLst/>
          </a:prstGeom>
          <a:solidFill>
            <a:srgbClr val="A68A64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8288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Long, flat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ribbons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oundRect">
            <a:avLst/>
          </a:prstGeom>
          <a:solidFill>
            <a:srgbClr val="7F553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Stuffed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918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14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Ravioli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918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pasta — where creativity lives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53035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6002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414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 Tips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two sheets of equal size and thickness (about 1mm)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filling in small mounds — about 1 teaspoon each, evenly spaced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 water around each mound, then lay the second sheet on top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firmly around filling to push out air pockets — this prevents bursting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14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with a knife, pastry wheel, or round cutter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with: brown butter and sage, ricotta and spinach filling, simple broth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56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A68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Orecchiette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"Little ears" — no machine required, just your thumb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286000"/>
            <a:ext cx="502920" cy="50292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&amp; Cut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dough into a long rope about 1cm thick. Cut small pieces the size of a chickpea.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1488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286000"/>
            <a:ext cx="502920" cy="50292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 &amp; Drag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2461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each piece with your thumb and drag it across the board to create a cup shape.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2286000"/>
            <a:ext cx="502920" cy="50292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 &amp; Cup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2461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shape inside-out over your thumb. The rough side catches sauce beautifully.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with: broccoli rabe and sausage, garlic and olive oil, cherry tomato sauce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(and How to Fix Them)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15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 is too dry and crumbly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08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 one teaspoon at a time. Knead for 8-10 minutes — it will come together.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7452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92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 is sticky and won't roll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854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flour gradually. Rest the dough for 30 minutes — gluten relaxation makes rolling easier.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5176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70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sticks together after cutting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626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immediately with semolina flour. Don't pile noodles — spread them on a floured surface.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42900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Ravioli burst when boiling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39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out all air pockets when sealing. Use a gentle simmer, not a rolling boil.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0624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tastes bland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5171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56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the dough AND the cooking water generously. One egg yolk per 100g flour adds richness.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1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656D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7F5539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Go Make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EDE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Pasta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batch won't be perfect — and that's exactly the point.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fold, every cut, every mistake teaches your hands something new.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6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flour on your countertop is proof that something wonderful is happening.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4297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7F5539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Buon appetito!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Homemade Pasta</dc:title>
  <dc:subject>PptxGenJS Presentation</dc:subject>
  <dc:creator>Community Cooking Night</dc:creator>
  <cp:lastModifiedBy>Community Cooking Night</cp:lastModifiedBy>
  <cp:revision>1</cp:revision>
  <dcterms:created xsi:type="dcterms:W3CDTF">2026-03-30T17:55:47Z</dcterms:created>
  <dcterms:modified xsi:type="dcterms:W3CDTF">2026-03-30T17:55:47Z</dcterms:modified>
</cp:coreProperties>
</file>